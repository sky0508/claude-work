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 Weekly Review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W08 Retrospective + W09 Plan — March 13,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Know Why. Let's Fix It.</a:t>
            </a:r>
            <a:endParaRPr lang="en-US" sz="1300" dirty="0"/>
          </a:p>
        </p:txBody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W08 Retrospective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W08: How Did We Do?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57→59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27432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LINE Registrations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32004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New Applications (W08)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2648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61264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Is Match Still Zero?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840480" y="1143000"/>
            <a:ext cx="146304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BE12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1143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mismatch: students abroad apply to Tokyo in-person roles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1755648"/>
            <a:ext cx="0" cy="438912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94960" y="2697480"/>
            <a:ext cx="146304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BE122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mismatch: student profile doesn't meet company requirements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33872" y="3017520"/>
            <a:ext cx="-438912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0480" y="4251960"/>
            <a:ext cx="146304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BE122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0" y="4251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response: slow or no reply after applications received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0" y="4279392"/>
            <a:ext cx="0" cy="-438912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86000" y="2697480"/>
            <a:ext cx="1463040" cy="640080"/>
          </a:xfrm>
          <a:prstGeom prst="rect">
            <a:avLst>
              <a:gd name="adj" fmla="val 7143"/>
            </a:avLst>
          </a:prstGeom>
          <a:solidFill>
            <a:srgbClr val="FAF5F5"/>
          </a:solidFill>
          <a:ln w="12700">
            <a:solidFill>
              <a:srgbClr val="BE12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86000" y="2697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concentration: students flood Jurin AI — requirements out of reach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310128" y="3017520"/>
            <a:ext cx="438912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40480" y="2560320"/>
            <a:ext cx="1463040" cy="91440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2" name="Text 19"/>
          <p:cNvSpPr/>
          <p:nvPr/>
        </p:nvSpPr>
        <p:spPr>
          <a:xfrm>
            <a:off x="3840480" y="2560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Matches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Are Current Applications?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11442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0" name="Text 7"/>
          <p:cNvSpPr/>
          <p:nvPr/>
        </p:nvSpPr>
        <p:spPr>
          <a:xfrm>
            <a:off x="111442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498473" y="1234440"/>
            <a:ext cx="178079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4210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7432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7432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23 total applications received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9755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7" name="Text 14"/>
          <p:cNvSpPr/>
          <p:nvPr/>
        </p:nvSpPr>
        <p:spPr>
          <a:xfrm>
            <a:off x="329755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81603" y="1234440"/>
            <a:ext cx="178079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2523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45745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CV Sent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45745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22" name="Text 19"/>
          <p:cNvSpPr/>
          <p:nvPr/>
        </p:nvSpPr>
        <p:spPr>
          <a:xfrm>
            <a:off x="254889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Forwarded to companies via automated email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068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4" name="Text 21"/>
          <p:cNvSpPr/>
          <p:nvPr/>
        </p:nvSpPr>
        <p:spPr>
          <a:xfrm>
            <a:off x="548068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864733" y="1234440"/>
            <a:ext cx="178079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08367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64058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Review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64058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29" name="Text 26"/>
          <p:cNvSpPr/>
          <p:nvPr/>
        </p:nvSpPr>
        <p:spPr>
          <a:xfrm>
            <a:off x="473202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Mostly resolved — rejected or in interview stage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663815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1" name="Text 28"/>
          <p:cNvSpPr/>
          <p:nvPr/>
        </p:nvSpPr>
        <p:spPr>
          <a:xfrm>
            <a:off x="7663815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823710" y="1527048"/>
            <a:ext cx="204597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823710" y="2029968"/>
            <a:ext cx="2045970" cy="2377440"/>
          </a:xfrm>
          <a:prstGeom prst="roundRect">
            <a:avLst>
              <a:gd name="adj" fmla="val 2682"/>
            </a:avLst>
          </a:prstGeom>
          <a:solidFill>
            <a:srgbClr val="FAF5F5"/>
          </a:solidFill>
          <a:ln/>
        </p:spPr>
      </p:sp>
      <p:sp>
        <p:nvSpPr>
          <p:cNvPr id="34" name="Text 31"/>
          <p:cNvSpPr/>
          <p:nvPr/>
        </p:nvSpPr>
        <p:spPr>
          <a:xfrm>
            <a:off x="6915150" y="2121408"/>
            <a:ext cx="186309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confirmed matches. Next match requires new applications.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W09 Fixes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#1 — Add Confirmation Before Apply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97280"/>
            <a:ext cx="4206240" cy="3474720"/>
          </a:xfrm>
          <a:prstGeom prst="rect">
            <a:avLst>
              <a:gd name="adj" fmla="val 2105"/>
            </a:avLst>
          </a:prstGeom>
          <a:solidFill>
            <a:srgbClr val="1A050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Student sees job posting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Clicks Apply immediately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Submits form regardless of eligibility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→ Location &amp; skill mismatches slip through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097280"/>
            <a:ext cx="4206240" cy="3474720"/>
          </a:xfrm>
          <a:prstGeom prst="rect">
            <a:avLst>
              <a:gd name="adj" fmla="val 2105"/>
            </a:avLst>
          </a:prstGeom>
          <a:solidFill>
            <a:srgbClr val="F9ECEC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Student sees job posting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Q1: Based in Tokyo or able to commute?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Q2: Valid work authorization in Japan?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→ Only eligible students proceed to apply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W09 Fixes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#2 — Company SLA Guideline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1148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Reply within 4 business days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1148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 companies must acknowledge applications within 4 business days. This is a condition of listing on IB.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1564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564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6" name="Text 13"/>
          <p:cNvSpPr/>
          <p:nvPr/>
        </p:nvSpPr>
        <p:spPr>
          <a:xfrm>
            <a:off x="321564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335280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 sends a reminder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5280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no reply after 4 business days, IB follows up directly with the company contact.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5696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5696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1" name="Text 18"/>
          <p:cNvSpPr/>
          <p:nvPr/>
        </p:nvSpPr>
        <p:spPr>
          <a:xfrm>
            <a:off x="615696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Text 19"/>
          <p:cNvSpPr/>
          <p:nvPr/>
        </p:nvSpPr>
        <p:spPr>
          <a:xfrm>
            <a:off x="629412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Suspend listing if unresponsive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29412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Repeated non-response leads to temporary suspension of the job listing — to protect student trust.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W09 Decisions — Who Does What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Action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Owner + Deadline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Apply Confirmation Step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Design 2-question pre-check (Tokyo location + work auth)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Owner: TBD / By: Mar 17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Company SLA Guideline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Write onboarding policy: 4-business-day reply rule + suspension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Owner: TBD / By: Mar 17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Screen Jeongmin &amp; Martin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Confirm best-fit companies and send recommendation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Owner: TBD / By: Mar 14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Build the System.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 Weekly — W08 Retro / W09 Plan | March 13, 2026</a:t>
            </a:r>
            <a:endParaRPr lang="en-US" sz="1400" dirty="0"/>
          </a:p>
        </p:txBody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JVA</dc:creator>
  <cp:lastModifiedBy>JVA</cp:lastModifiedBy>
  <cp:revision>1</cp:revision>
  <dcterms:created xsi:type="dcterms:W3CDTF">2026-03-13T02:08:54Z</dcterms:created>
  <dcterms:modified xsi:type="dcterms:W3CDTF">2026-03-13T02:08:54Z</dcterms:modified>
</cp:coreProperties>
</file>