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Welcome to JVA Internship Board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Trial Member Onboarding Guide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Connecting international students with Tokyo startups</a:t>
            </a:r>
            <a:endParaRPr lang="en-US" sz="1300" dirty="0"/>
          </a:p>
        </p:txBody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JVA IB?</a:t>
            </a:r>
            <a:endParaRPr lang="en-US" sz="3200" dirty="0"/>
          </a:p>
        </p:txBody>
      </p:sp>
      <p:pic>
        <p:nvPicPr>
          <p:cNvPr id="4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is JVA IB?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Platform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45820" y="1143000"/>
            <a:ext cx="1600200" cy="1600200"/>
          </a:xfrm>
          <a:prstGeom prst="ellipse">
            <a:avLst/>
          </a:prstGeom>
          <a:solidFill>
            <a:srgbClr val="BE1229">
              <a:alpha val="80000"/>
            </a:srgbClr>
          </a:solidFill>
          <a:ln w="25400">
            <a:solidFill>
              <a:srgbClr val="BE12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2926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2880" y="3429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International students looking for internships at Tokyo startups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0" y="18516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JVA IB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200400" y="24917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Matching Platform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97980" y="1143000"/>
            <a:ext cx="1600200" cy="1600200"/>
          </a:xfrm>
          <a:prstGeom prst="ellipse">
            <a:avLst/>
          </a:prstGeom>
          <a:solidFill>
            <a:srgbClr val="8C0D1E">
              <a:alpha val="80000"/>
            </a:srgbClr>
          </a:solidFill>
          <a:ln w="25400">
            <a:solidFill>
              <a:srgbClr val="8C0D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2926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35040" y="3429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English-friendly companies seeking motivated international talent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is JVA IB?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Are Today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59名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27432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LINE Registered Students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23件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Applications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2648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7社+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61264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Listed Companies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Responsibilities</a:t>
            </a:r>
            <a:endParaRPr lang="en-US" sz="3200" dirty="0"/>
          </a:p>
        </p:txBody>
      </p:sp>
      <p:pic>
        <p:nvPicPr>
          <p:cNvPr id="4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Responsibilities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Core Areas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1148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Community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 the LINE community. Answer questions daily, send weekly job broadcast posts, keep students engaged.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8031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8031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6" name="Text 13"/>
          <p:cNvSpPr/>
          <p:nvPr/>
        </p:nvSpPr>
        <p:spPr>
          <a:xfrm>
            <a:off x="248031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261747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Management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61747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applications within 48h. Check eligibility, record in spreadsheet, forward CVs to companies.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8630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8630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1" name="Text 18"/>
          <p:cNvSpPr/>
          <p:nvPr/>
        </p:nvSpPr>
        <p:spPr>
          <a:xfrm>
            <a:off x="468630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82346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Research &amp; Outreach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2346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Find and approach new startups. Build prospect lists, draft outreach messages, track responses.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9229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9229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6" name="Text 23"/>
          <p:cNvSpPr/>
          <p:nvPr/>
        </p:nvSpPr>
        <p:spPr>
          <a:xfrm>
            <a:off x="689229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702945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Acquisition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2945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Grow the student community. Identify new channels, propose campaigns, test and iterate.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Responsibilities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Flow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5057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0" name="Text 7"/>
          <p:cNvSpPr/>
          <p:nvPr/>
        </p:nvSpPr>
        <p:spPr>
          <a:xfrm>
            <a:off x="75057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3461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054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432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Applies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121408"/>
            <a:ext cx="11353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 Form submission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20599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7" name="Text 14"/>
          <p:cNvSpPr/>
          <p:nvPr/>
        </p:nvSpPr>
        <p:spPr>
          <a:xfrm>
            <a:off x="220599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9003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0596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72974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Eligibility Check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72974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22" name="Text 19"/>
          <p:cNvSpPr/>
          <p:nvPr/>
        </p:nvSpPr>
        <p:spPr>
          <a:xfrm>
            <a:off x="1821180" y="2121408"/>
            <a:ext cx="11353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Tokyo-based + work authorization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6141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4" name="Text 21"/>
          <p:cNvSpPr/>
          <p:nvPr/>
        </p:nvSpPr>
        <p:spPr>
          <a:xfrm>
            <a:off x="366141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04545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6138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18516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 in DB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18516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29" name="Text 26"/>
          <p:cNvSpPr/>
          <p:nvPr/>
        </p:nvSpPr>
        <p:spPr>
          <a:xfrm>
            <a:off x="3276600" y="2121408"/>
            <a:ext cx="11353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 Sheets tracking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11683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1" name="Text 28"/>
          <p:cNvSpPr/>
          <p:nvPr/>
        </p:nvSpPr>
        <p:spPr>
          <a:xfrm>
            <a:off x="511683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50087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1680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4058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 CV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64058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36" name="Text 33"/>
          <p:cNvSpPr/>
          <p:nvPr/>
        </p:nvSpPr>
        <p:spPr>
          <a:xfrm>
            <a:off x="4732020" y="2121408"/>
            <a:ext cx="11353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Email to company contact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57225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8" name="Text 35"/>
          <p:cNvSpPr/>
          <p:nvPr/>
        </p:nvSpPr>
        <p:spPr>
          <a:xfrm>
            <a:off x="657225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95629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7222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09600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Response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09600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43" name="Text 40"/>
          <p:cNvSpPr/>
          <p:nvPr/>
        </p:nvSpPr>
        <p:spPr>
          <a:xfrm>
            <a:off x="6187440" y="2121408"/>
            <a:ext cx="11353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Alert if no reply in 4 days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802767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45" name="Text 42"/>
          <p:cNvSpPr/>
          <p:nvPr/>
        </p:nvSpPr>
        <p:spPr>
          <a:xfrm>
            <a:off x="802767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55142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 Status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55142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48" name="Text 45"/>
          <p:cNvSpPr/>
          <p:nvPr/>
        </p:nvSpPr>
        <p:spPr>
          <a:xfrm>
            <a:off x="7642860" y="2121408"/>
            <a:ext cx="11353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Sent → Review → Interview → Match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Responsibilities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You'll Use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LINE Official Account — Student community &amp; broadcasts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Gmail — Company communication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Discord — Team updates &amp; coordination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&amp; Tracking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9184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0" y="169164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Google Sheets — Student DB, company DB, application tracker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337560" y="320040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Google Forms — Application intake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1792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169164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GAS (automated) — CV email system (you monitor, system sends)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63640" y="320040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Notion — Knowledge base &amp; docs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Responsibilities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Success Looks Like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項目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状態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&amp; Escalation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Questions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Ask Nahi or Sora via LINE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No question is too small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Better to ask early than fix later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Unsure About an Application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9184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Flag it before acting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33756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Don't guess on eligibility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3756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8328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When in doubt, ask the team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Urgent Issues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1792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Company no reply after 4 days → alert team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26364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0936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Unusual student requests → flag immediately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26364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Anything urgent → contact Sora directly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build IB together.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Questions? Reach out via LINE or Discord anytime.</a:t>
            </a:r>
            <a:endParaRPr lang="en-US" sz="1400" dirty="0"/>
          </a:p>
        </p:txBody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JVA</dc:creator>
  <cp:lastModifiedBy>JVA</cp:lastModifiedBy>
  <cp:revision>1</cp:revision>
  <dcterms:created xsi:type="dcterms:W3CDTF">2026-03-18T02:31:22Z</dcterms:created>
  <dcterms:modified xsi:type="dcterms:W3CDTF">2026-03-18T02:31:22Z</dcterms:modified>
</cp:coreProperties>
</file>