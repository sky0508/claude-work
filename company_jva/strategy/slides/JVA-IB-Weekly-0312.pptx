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 Weekly Meeting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March 12,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Is Match Still 0? — Challenges &amp; Next Actions</a:t>
            </a:r>
            <a:endParaRPr lang="en-US" sz="1300" dirty="0"/>
          </a:p>
        </p:txBody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Are We?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59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27432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LINE Registrations (cumulative)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Applications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2648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61264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Is Match Still 0?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74320" y="1097280"/>
            <a:ext cx="4206240" cy="3474720"/>
          </a:xfrm>
          <a:prstGeom prst="rect">
            <a:avLst>
              <a:gd name="adj" fmla="val 2105"/>
            </a:avLst>
          </a:prstGeom>
          <a:solidFill>
            <a:srgbClr val="1A0508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8288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Students apply → Companies respond quickly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Interviews happen → Match is made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Funnel flows smoothly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4206240" cy="3474720"/>
          </a:xfrm>
          <a:prstGeom prst="rect">
            <a:avLst>
              <a:gd name="adj" fmla="val 2105"/>
            </a:avLst>
          </a:prstGeom>
          <a:solidFill>
            <a:srgbClr val="F9ECEC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37760" y="18288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Students apply → Companies go silent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Few students even reach interview stage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Students don't meet basic requirements (location, eligibility)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Root Cause #1: Company-Side Bottleneck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114800" y="2606040"/>
            <a:ext cx="914400" cy="822960"/>
          </a:xfrm>
          <a:prstGeom prst="ellipse">
            <a:avLst/>
          </a:prstGeom>
          <a:solidFill>
            <a:srgbClr val="1A0508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0" y="2606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Company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0" y="1234440"/>
            <a:ext cx="1828800" cy="640080"/>
          </a:xfrm>
          <a:prstGeom prst="rect">
            <a:avLst>
              <a:gd name="adj" fmla="val 7143"/>
            </a:avLst>
          </a:prstGeom>
          <a:solidFill>
            <a:srgbClr val="FAF5F5"/>
          </a:solidFill>
          <a:ln w="12700">
            <a:solidFill>
              <a:srgbClr val="EDD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03320" y="1280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Slow or no response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120640" y="2697480"/>
            <a:ext cx="1828800" cy="640080"/>
          </a:xfrm>
          <a:prstGeom prst="rect">
            <a:avLst>
              <a:gd name="adj" fmla="val 7143"/>
            </a:avLst>
          </a:prstGeom>
          <a:solidFill>
            <a:srgbClr val="FAF5F5"/>
          </a:solidFill>
          <a:ln w="12700">
            <a:solidFill>
              <a:srgbClr val="EDDF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66360" y="2743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SLA in place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0" y="4160520"/>
            <a:ext cx="1828800" cy="640080"/>
          </a:xfrm>
          <a:prstGeom prst="rect">
            <a:avLst>
              <a:gd name="adj" fmla="val 7143"/>
            </a:avLst>
          </a:prstGeom>
          <a:solidFill>
            <a:srgbClr val="FAF5F5"/>
          </a:solidFill>
          <a:ln w="12700">
            <a:solidFill>
              <a:srgbClr val="EDDF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03320" y="4206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IBE doesn't follow up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194560" y="2697480"/>
            <a:ext cx="1828800" cy="640080"/>
          </a:xfrm>
          <a:prstGeom prst="rect">
            <a:avLst>
              <a:gd name="adj" fmla="val 7143"/>
            </a:avLst>
          </a:prstGeom>
          <a:solidFill>
            <a:srgbClr val="FAF5F5"/>
          </a:solidFill>
          <a:ln w="12700">
            <a:solidFill>
              <a:srgbClr val="EDDF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40280" y="2743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Selection progress invisible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Root Cause #2: Student Condition Mismatch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840480" y="1143000"/>
            <a:ext cx="1463040" cy="640080"/>
          </a:xfrm>
          <a:prstGeom prst="rect">
            <a:avLst>
              <a:gd name="adj" fmla="val 7143"/>
            </a:avLst>
          </a:prstGeom>
          <a:solidFill>
            <a:srgbClr val="FAF5F5"/>
          </a:solidFill>
          <a:ln w="12700">
            <a:solidFill>
              <a:srgbClr val="BE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1143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overseas / not in Tokyo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1755648"/>
            <a:ext cx="0" cy="438912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86699" y="3474720"/>
            <a:ext cx="1463040" cy="640080"/>
          </a:xfrm>
          <a:prstGeom prst="rect">
            <a:avLst>
              <a:gd name="adj" fmla="val 7143"/>
            </a:avLst>
          </a:prstGeom>
          <a:solidFill>
            <a:srgbClr val="FAF5F5"/>
          </a:solidFill>
          <a:ln w="12700">
            <a:solidFill>
              <a:srgbClr val="BE12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86699" y="3474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eligibility not confirmed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4813" y="3648456"/>
            <a:ext cx="-380109" cy="-219456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94261" y="3474720"/>
            <a:ext cx="1463040" cy="640080"/>
          </a:xfrm>
          <a:prstGeom prst="rect">
            <a:avLst>
              <a:gd name="adj" fmla="val 7143"/>
            </a:avLst>
          </a:prstGeom>
          <a:solidFill>
            <a:srgbClr val="FAF5F5"/>
          </a:solidFill>
          <a:ln w="12700">
            <a:solidFill>
              <a:srgbClr val="BE122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94261" y="3474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pre-filter before Apply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9187" y="3648456"/>
            <a:ext cx="380109" cy="-219456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0480" y="2560320"/>
            <a:ext cx="1463040" cy="91440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8" name="Text 15"/>
          <p:cNvSpPr/>
          <p:nvPr/>
        </p:nvSpPr>
        <p:spPr>
          <a:xfrm>
            <a:off x="3840480" y="2560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Match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Do We Change?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Option A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Option B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Company response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Set SLA: reply within 5 biz days at onboarding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Weekly push follow-up from IBE to all companies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Student mismatch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Add location + eligibility to application form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Condition check step in LINE before Apply button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Today's Goal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1148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Pick 1–2 Actions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1148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Choose what we actually start next week — not a wishlist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1564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564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5" name="Text 12"/>
          <p:cNvSpPr/>
          <p:nvPr/>
        </p:nvSpPr>
        <p:spPr>
          <a:xfrm>
            <a:off x="321564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335280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Assign an Owner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5280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action needs one person responsible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5696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5696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20" name="Text 17"/>
          <p:cNvSpPr/>
          <p:nvPr/>
        </p:nvSpPr>
        <p:spPr>
          <a:xfrm>
            <a:off x="615696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629412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a Deadline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9412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Define when we review the result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Decide.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 Weekly — March 12, 2026</a:t>
            </a:r>
            <a:endParaRPr lang="en-US" sz="1400" dirty="0"/>
          </a:p>
        </p:txBody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JVA</dc:creator>
  <cp:lastModifiedBy>JVA</cp:lastModifiedBy>
  <cp:revision>1</cp:revision>
  <dcterms:created xsi:type="dcterms:W3CDTF">2026-03-12T08:08:01Z</dcterms:created>
  <dcterms:modified xsi:type="dcterms:W3CDTF">2026-03-12T08:08:01Z</dcterms:modified>
</cp:coreProperties>
</file>