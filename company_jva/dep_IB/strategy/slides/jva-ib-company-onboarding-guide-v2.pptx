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Internship 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 Onboarding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to partner with us and what to expect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JVA IB?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371600" y="1371600"/>
            <a:ext cx="2560320" cy="2560320"/>
          </a:xfrm>
          <a:prstGeom prst="ellipse">
            <a:avLst/>
          </a:prstGeom>
          <a:solidFill>
            <a:srgbClr val="BE1229">
              <a:alpha val="80000"/>
            </a:srgbClr>
          </a:solidFill>
          <a:ln w="25400">
            <a:solidFill>
              <a:srgbClr val="BE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9319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×</a:t>
            </a:r>
            <a:endParaRPr lang="en-US" sz="4800" dirty="0"/>
          </a:p>
        </p:txBody>
      </p:sp>
      <p:sp>
        <p:nvSpPr>
          <p:cNvPr id="11" name="Shape 8"/>
          <p:cNvSpPr/>
          <p:nvPr/>
        </p:nvSpPr>
        <p:spPr>
          <a:xfrm>
            <a:off x="5029200" y="1371600"/>
            <a:ext cx="2560320" cy="2560320"/>
          </a:xfrm>
          <a:prstGeom prst="ellipse">
            <a:avLst/>
          </a:prstGeom>
          <a:solidFill>
            <a:srgbClr val="8C0D1E">
              <a:alpha val="80000"/>
            </a:srgbClr>
          </a:solidFill>
          <a:ln w="25400">
            <a:solidFill>
              <a:srgbClr val="8C0D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0" y="21031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Flow — 7 Steps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505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9" name="Text 6"/>
          <p:cNvSpPr/>
          <p:nvPr/>
        </p:nvSpPr>
        <p:spPr>
          <a:xfrm>
            <a:off x="7505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3461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054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shows interest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599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220599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9003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0596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2974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a meeting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72974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366141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366141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4545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6138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18516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 platform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8516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511683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7" name="Text 24"/>
          <p:cNvSpPr/>
          <p:nvPr/>
        </p:nvSpPr>
        <p:spPr>
          <a:xfrm>
            <a:off x="511683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0087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680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058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agrees to list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57225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3" name="Text 30"/>
          <p:cNvSpPr/>
          <p:nvPr/>
        </p:nvSpPr>
        <p:spPr>
          <a:xfrm>
            <a:off x="657225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95629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7222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9600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Job Card Form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9600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80276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9" name="Text 36"/>
          <p:cNvSpPr/>
          <p:nvPr/>
        </p:nvSpPr>
        <p:spPr>
          <a:xfrm>
            <a:off x="80276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514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creates Job Card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5514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Guide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Meeting — What to Cover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 how the platform works — free listing, LINE distribution, global student pool.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8031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031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248031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1747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1747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English-focused, top universities, beginner Japanese. 46+ students registered.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8630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630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468630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2346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Realistic Requirements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346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15–25h/week, N3 or lower Japanese, remote-friendly. Increases match rate significantly.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9229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229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6" name="Text 23"/>
          <p:cNvSpPr/>
          <p:nvPr/>
        </p:nvSpPr>
        <p:spPr>
          <a:xfrm>
            <a:off x="689229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02945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2945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4-business-day response SLA. Get verbal agreement before moving to next step.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Job Card Form — Key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Info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name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Contact person &amp; email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Position title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16916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English level (Business / Native / Not required)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37560" y="2295144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29514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Japanese level (N3+ / Not required)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2898648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289864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Weekly hours (recommend 15–25h)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37560" y="3502152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5021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Location (Remote / Hybrid / In-person)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37560" y="4105656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410565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Work authorization required?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Details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Compensation (¥/h or monthly)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6364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Key responsibilities (3–5 bullets)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6364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Ideal candidate profile (2–3 sentences)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 for High Match Rate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Low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Weekly hours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35–40h/week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15–25h/week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Japanese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Business level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N3 or lower / Not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Location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Tokyo in-person only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Remote-friendly or Hybrid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Experience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2+ years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Entry-level to intermediate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Job Card Creation &amp; Distribution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18288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Job Card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024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Job Card from form responses. Review for accuracy and match potential.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8516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318516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&amp; Approve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6252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8516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 requirements are realistic. Confirm company contact details are correct.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8744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618744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 via LINE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6480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744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to next weekly LINE broadcast. Automated email set up via GAS for incoming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 to Communicate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SLA — The 4-Business-Day Rule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1A050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DON'T respond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 is left waiting with no update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IB sends a reminder after 4 business days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Second reminder within 2 weeks if still no reply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suspended if pattern continues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F9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 respond in time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Applicant gets a fast, professional experience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Higher chance of successful hire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builds a good reputation on IB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stays active and continues to receive applicants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Listing Suspension Policy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Timing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Action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Details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Day 4 (no response)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IB sends first reminder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Friendly follow-up to company contact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Day 14 (still no response)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IB sends second reminder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Escalation notice — listing at risk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Repeated non-response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Listing temporarily suspended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Removed from active distribution until resolved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Pattern continues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Listing removed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Until company confirms commitment to SLA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Post-Listing Follow-up Cadence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2834640"/>
            <a:ext cx="859536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901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1–4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 for company response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 delivered to company via automated email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785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6888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reminder (if no reply)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 follows up with company contact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669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selection status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1772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 IB records — rejected / interview / offer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68553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6656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listing activity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position is still active and receiving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Template — Confirm Listing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371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 [Name], thank you for partnering with JVA Internship Board!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22860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286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You'll receive student applications via email as they come in. Please reply within 4 business days of receiving a CV.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200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we don't hear back, we'll follow up with a quick reminder. We'll also check in periodically to track selection progress.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41148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Looking forward to finding you a great intern! Feel free to reach out anytime.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find your next great intern.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JVA IB Team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 IB Team</dc:creator>
  <cp:lastModifiedBy>JVA IB Team</cp:lastModifiedBy>
  <cp:revision>1</cp:revision>
  <dcterms:created xsi:type="dcterms:W3CDTF">2026-03-13T02:37:36Z</dcterms:created>
  <dcterms:modified xsi:type="dcterms:W3CDTF">2026-03-13T02:37:36Z</dcterms:modified>
</cp:coreProperties>
</file>