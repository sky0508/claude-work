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JVA IB Weekly Review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 08 — Mar 3–9,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Japan's Venture Academy · Internship Board</a:t>
            </a:r>
            <a:endParaRPr lang="en-US" sz="1300" dirty="0"/>
          </a:p>
        </p:txBody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 Snapshot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Week's Numbers (W08)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+10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27432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 New Students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(Target: 16.7 / week)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Applications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(Target: 8.3 / week)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2648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61264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(Target: 5 / month) ⚠️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KPI Snapshot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vs. Monthly Target (March MTD)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Monthly Target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MTD Actual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LINE New Students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16.7 / week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12 (72%)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Applications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8.3 / week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 (24%)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Matches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5 / month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 (0%) ❌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Job Cards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10 / month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~16 ✅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Funnel — Cumulative (as of W09)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11442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0" name="Text 7"/>
          <p:cNvSpPr/>
          <p:nvPr/>
        </p:nvSpPr>
        <p:spPr>
          <a:xfrm>
            <a:off x="111442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498473" y="1234440"/>
            <a:ext cx="178079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4210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432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 Registration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432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57 active students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(excl. 7 JBA members)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755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7" name="Text 14"/>
          <p:cNvSpPr/>
          <p:nvPr/>
        </p:nvSpPr>
        <p:spPr>
          <a:xfrm>
            <a:off x="329755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81603" y="1234440"/>
            <a:ext cx="178079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2523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45745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5745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22" name="Text 19"/>
          <p:cNvSpPr/>
          <p:nvPr/>
        </p:nvSpPr>
        <p:spPr>
          <a:xfrm>
            <a:off x="254889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 total applications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Conversion: 39.0%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31795" y="451713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39.0%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068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5" name="Text 22"/>
          <p:cNvSpPr/>
          <p:nvPr/>
        </p:nvSpPr>
        <p:spPr>
          <a:xfrm>
            <a:off x="548068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864733" y="1234440"/>
            <a:ext cx="178079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0836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64058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Interview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64058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30" name="Text 27"/>
          <p:cNvSpPr/>
          <p:nvPr/>
        </p:nvSpPr>
        <p:spPr>
          <a:xfrm>
            <a:off x="473202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Pending — no match yet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Blocked at this stage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66381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2" name="Text 29"/>
          <p:cNvSpPr/>
          <p:nvPr/>
        </p:nvSpPr>
        <p:spPr>
          <a:xfrm>
            <a:off x="766381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2371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82371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35" name="Text 32"/>
          <p:cNvSpPr/>
          <p:nvPr/>
        </p:nvSpPr>
        <p:spPr>
          <a:xfrm>
            <a:off x="691515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matches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Conversion: 0% ← Critical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298055" y="451713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Week's Focus KPI: Match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 applications have been submitted — the pipeline is filled.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bottleneck is not awareness or applications. It is the handoff between application and company interview.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insight: Most applicants went to Jurin AI (attractive brand), but Jurin AI requires Business Japanese + 35h/week — almost no one qualifies.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High-fit candidates (Jeongmin, Martin) are available now.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0" cy="320040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D0A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9600" dirty="0"/>
          </a:p>
        </p:txBody>
      </p:sp>
      <p:sp>
        <p:nvSpPr>
          <p:cNvPr id="12" name="Text 9"/>
          <p:cNvSpPr/>
          <p:nvPr/>
        </p:nvSpPr>
        <p:spPr>
          <a:xfrm>
            <a:off x="5029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Matches so far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W08–W09 Action Items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1148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Screen &amp; Recommend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148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Screen Jeongmin &amp; Martin → identify best-fit companies → send recommendations.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Goal: trigger first interview → first Match.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Owner: HR + Sales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Deadline: Mar 14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1564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564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6" name="Text 13"/>
          <p:cNvSpPr/>
          <p:nvPr/>
        </p:nvSpPr>
        <p:spPr>
          <a:xfrm>
            <a:off x="321564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335280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Job Card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5280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Verify the manually added Job Card entry (company name + contact info) in the KPI sheet.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Goal: unblock company pipeline.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Owner: Sales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Deadline: Mar 13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5696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5696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615696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629412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Follow-up SLA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9412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 company follow-up cadence: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48h reply SLA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5-business-day reminder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Goal: reduce stalled applications.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Owner: PM + Sales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Deadline: Mar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get our first Match this week.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JVA Internship Board — W08 Review</a:t>
            </a:r>
            <a:endParaRPr lang="en-US" sz="1400" dirty="0"/>
          </a:p>
        </p:txBody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</dc:creator>
  <cp:lastModifiedBy>JVA</cp:lastModifiedBy>
  <cp:revision>1</cp:revision>
  <dcterms:created xsi:type="dcterms:W3CDTF">2026-03-12T07:18:31Z</dcterms:created>
  <dcterms:modified xsi:type="dcterms:W3CDTF">2026-03-12T07:18:31Z</dcterms:modified>
</cp:coreProperties>
</file>