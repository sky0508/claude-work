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 Weekly Report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March 12,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Diagnosing Match = 0 — What's Broken &amp; What We Do Next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Funnel Is Stuck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9601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CONVERSION BREAKS AT INTERVIEW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3258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59 LINE users, 23 applications — but 0 matches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103120"/>
            <a:ext cx="365760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21031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Drop-off is NOT at registration or application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365760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880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Stuck between Application → Interview → Match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657600"/>
            <a:ext cx="365760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65760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Nothing is moving forward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389120" y="868680"/>
            <a:ext cx="4389120" cy="844906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0" y="868680"/>
            <a:ext cx="4389120" cy="844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LINE Registrations — 59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828032" y="1828800"/>
            <a:ext cx="3511296" cy="844906"/>
          </a:xfrm>
          <a:prstGeom prst="rect">
            <a:avLst/>
          </a:prstGeom>
          <a:solidFill>
            <a:srgbClr val="A01020"/>
          </a:solidFill>
          <a:ln/>
        </p:spPr>
      </p:sp>
      <p:sp>
        <p:nvSpPr>
          <p:cNvPr id="19" name="Text 16"/>
          <p:cNvSpPr/>
          <p:nvPr/>
        </p:nvSpPr>
        <p:spPr>
          <a:xfrm>
            <a:off x="4828032" y="1828800"/>
            <a:ext cx="3511296" cy="844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Applications — 23  (39%)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266944" y="2788920"/>
            <a:ext cx="2633472" cy="844906"/>
          </a:xfrm>
          <a:prstGeom prst="rect">
            <a:avLst/>
          </a:prstGeom>
          <a:solidFill>
            <a:srgbClr val="8C0D1E"/>
          </a:solidFill>
          <a:ln/>
        </p:spPr>
      </p:sp>
      <p:sp>
        <p:nvSpPr>
          <p:cNvPr id="21" name="Text 18"/>
          <p:cNvSpPr/>
          <p:nvPr/>
        </p:nvSpPr>
        <p:spPr>
          <a:xfrm>
            <a:off x="5266944" y="2788920"/>
            <a:ext cx="2633472" cy="844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Interviews — ~0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705856" y="3749040"/>
            <a:ext cx="1755648" cy="844906"/>
          </a:xfrm>
          <a:prstGeom prst="rect">
            <a:avLst/>
          </a:prstGeom>
          <a:solidFill>
            <a:srgbClr val="6B0818"/>
          </a:solidFill>
          <a:ln/>
        </p:spPr>
      </p:sp>
      <p:sp>
        <p:nvSpPr>
          <p:cNvPr id="23" name="Text 20"/>
          <p:cNvSpPr/>
          <p:nvPr/>
        </p:nvSpPr>
        <p:spPr>
          <a:xfrm>
            <a:off x="5705856" y="3749040"/>
            <a:ext cx="1755648" cy="8449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Matches — 0  ← BROKEN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Is It Stuck? — Root Cause Tree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82880" y="2450592"/>
            <a:ext cx="1828800" cy="768096"/>
          </a:xfrm>
          <a:prstGeom prst="rect">
            <a:avLst>
              <a:gd name="adj" fmla="val 5952"/>
            </a:avLst>
          </a:prstGeom>
          <a:solidFill>
            <a:srgbClr val="BE1229"/>
          </a:solidFill>
          <a:ln/>
        </p:spPr>
      </p:sp>
      <p:sp>
        <p:nvSpPr>
          <p:cNvPr id="9" name="Text 6"/>
          <p:cNvSpPr/>
          <p:nvPr/>
        </p:nvSpPr>
        <p:spPr>
          <a:xfrm>
            <a:off x="182880" y="2450592"/>
            <a:ext cx="18288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= 0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011680" y="2834640"/>
            <a:ext cx="502920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1645920"/>
            <a:ext cx="0" cy="118872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1645920"/>
            <a:ext cx="502920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017520" y="1362456"/>
            <a:ext cx="2194560" cy="566928"/>
          </a:xfrm>
          <a:prstGeom prst="rect">
            <a:avLst>
              <a:gd name="adj" fmla="val 8065"/>
            </a:avLst>
          </a:prstGeom>
          <a:solidFill>
            <a:srgbClr val="FAF5F5"/>
          </a:solidFill>
          <a:ln w="19050">
            <a:solidFill>
              <a:srgbClr val="BE122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0" y="136245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Rec. Flow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12080" y="164592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1249680"/>
            <a:ext cx="0" cy="39624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124968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126480" y="110703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6208" y="110703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screening criteria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212080" y="164592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69280" y="1645920"/>
            <a:ext cx="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0" y="164592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26480" y="150327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36208" y="150327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push to companies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212080" y="164592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1645920"/>
            <a:ext cx="0" cy="39624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0" y="204216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26480" y="189951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189951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clear ownership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2011680" y="2834640"/>
            <a:ext cx="502920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14600" y="2834640"/>
            <a:ext cx="0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514600" y="2834640"/>
            <a:ext cx="502920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17520" y="2551176"/>
            <a:ext cx="2194560" cy="566928"/>
          </a:xfrm>
          <a:prstGeom prst="rect">
            <a:avLst>
              <a:gd name="adj" fmla="val 8065"/>
            </a:avLst>
          </a:prstGeom>
          <a:solidFill>
            <a:srgbClr val="FAF5F5"/>
          </a:solidFill>
          <a:ln w="19050">
            <a:solidFill>
              <a:srgbClr val="BE122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017520" y="255117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Companies Silent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212080" y="283464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669280" y="2438400"/>
            <a:ext cx="0" cy="39624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69280" y="243840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126480" y="229575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236208" y="229575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SLA agreed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212080" y="283464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669280" y="2834640"/>
            <a:ext cx="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69280" y="283464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126480" y="269199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36208" y="269199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 follow-up habit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5212080" y="283464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669280" y="2834640"/>
            <a:ext cx="0" cy="39624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669280" y="323088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126480" y="308823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36208" y="308823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Progress invisible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011680" y="2834640"/>
            <a:ext cx="502920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2514600" y="2834640"/>
            <a:ext cx="0" cy="118872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2514600" y="4023360"/>
            <a:ext cx="502920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3017520" y="3739896"/>
            <a:ext cx="2194560" cy="566928"/>
          </a:xfrm>
          <a:prstGeom prst="rect">
            <a:avLst>
              <a:gd name="adj" fmla="val 8065"/>
            </a:avLst>
          </a:prstGeom>
          <a:solidFill>
            <a:srgbClr val="FAF5F5"/>
          </a:solidFill>
          <a:ln w="19050">
            <a:solidFill>
              <a:srgbClr val="BE122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017520" y="373989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Mismatch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5212080" y="402336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669280" y="3627120"/>
            <a:ext cx="0" cy="39624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669280" y="362712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126480" y="348447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236208" y="348447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Overseas / not Tokyo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5212080" y="402336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669280" y="4023360"/>
            <a:ext cx="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669280" y="402336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126480" y="388071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236208" y="388071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Conditions not checked</a:t>
            </a:r>
            <a:endParaRPr lang="en-US" sz="1100" dirty="0"/>
          </a:p>
        </p:txBody>
      </p:sp>
      <p:sp>
        <p:nvSpPr>
          <p:cNvPr id="65" name="Shape 62"/>
          <p:cNvSpPr/>
          <p:nvPr/>
        </p:nvSpPr>
        <p:spPr>
          <a:xfrm>
            <a:off x="5212080" y="402336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669280" y="4023360"/>
            <a:ext cx="0" cy="39624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669280" y="4419600"/>
            <a:ext cx="457200" cy="0"/>
          </a:xfrm>
          <a:prstGeom prst="line">
            <a:avLst/>
          </a:prstGeom>
          <a:noFill/>
          <a:ln w="9525">
            <a:solidFill>
              <a:srgbClr val="EDDFD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126480" y="4276954"/>
            <a:ext cx="2651760" cy="285293"/>
          </a:xfrm>
          <a:prstGeom prst="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DDFD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236208" y="4276954"/>
            <a:ext cx="2487168" cy="285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Skills ≠ JD requirements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Root Causes — Unpacked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① No Rec. Flow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6576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No owner assigned when a student applies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No screening criteria or template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Applications sit — no push to companies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② Companies Silent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0040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8328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No SLA — companies never agreed to a deadline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33756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8328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IBE has no weekly follow-up habit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33756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38328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Selection progress is invisible to IBE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③ Student Mismatch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21792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2648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0936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Many students are overseas / not in Tokyo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26364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0936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Work eligibility not checked at apply stage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26364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093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No pre-filter — wrong applicants get through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Do Next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0" name="Text 7"/>
          <p:cNvSpPr/>
          <p:nvPr/>
        </p:nvSpPr>
        <p:spPr>
          <a:xfrm>
            <a:off x="27432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41148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Rec. Flow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148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Define: screen within 48h → assign to company → follow up in 5 days. Templatize it this week.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1564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1564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5" name="Text 12"/>
          <p:cNvSpPr/>
          <p:nvPr/>
        </p:nvSpPr>
        <p:spPr>
          <a:xfrm>
            <a:off x="321564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335280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Fix Company SLA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35280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'5 biz day response' to onboarding. Start weekly check-in emails to all active companies from next week.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56960" y="1005840"/>
            <a:ext cx="2712720" cy="3474720"/>
          </a:xfrm>
          <a:prstGeom prst="roundRect">
            <a:avLst>
              <a:gd name="adj" fmla="val 2022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56960" y="1005840"/>
            <a:ext cx="271272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0" name="Text 17"/>
          <p:cNvSpPr/>
          <p:nvPr/>
        </p:nvSpPr>
        <p:spPr>
          <a:xfrm>
            <a:off x="6156960" y="1143000"/>
            <a:ext cx="271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000" dirty="0"/>
          </a:p>
        </p:txBody>
      </p:sp>
      <p:sp>
        <p:nvSpPr>
          <p:cNvPr id="21" name="Text 18"/>
          <p:cNvSpPr/>
          <p:nvPr/>
        </p:nvSpPr>
        <p:spPr>
          <a:xfrm>
            <a:off x="6294120" y="1828800"/>
            <a:ext cx="243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Entry Filter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294120" y="2377440"/>
            <a:ext cx="243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location + work eligibility to the application form. Block ineligible applicants before they enter the funnel.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match changes everything.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 Weekly — March 12, 2026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</dc:creator>
  <cp:lastModifiedBy>JVA</cp:lastModifiedBy>
  <cp:revision>1</cp:revision>
  <dcterms:created xsi:type="dcterms:W3CDTF">2026-03-13T00:59:07Z</dcterms:created>
  <dcterms:modified xsi:type="dcterms:W3CDTF">2026-03-13T00:59:07Z</dcterms:modified>
</cp:coreProperties>
</file>